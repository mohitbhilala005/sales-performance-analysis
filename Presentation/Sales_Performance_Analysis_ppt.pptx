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B366D9-D097-44F4-BA62-C9E999A85581}" v="19" dt="2026-08-01T07:19:59.2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mailto:MOHITBHILALA@KGPIAN.IITKGP.AC.IN" TargetMode="External"/><Relationship Id="rId2" Type="http://schemas.openxmlformats.org/officeDocument/2006/relationships/hyperlink" Target="mailto:mohitbhilala22@gmail.com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linkedin.com/in/mohit-bhilala-9460b7307" TargetMode="External"/><Relationship Id="rId4" Type="http://schemas.openxmlformats.org/officeDocument/2006/relationships/hyperlink" Target="https://github.com/mohitbhilala005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231923"/>
          </a:xfrm>
          <a:prstGeom prst="rect">
            <a:avLst/>
          </a:prstGeom>
          <a:solidFill>
            <a:srgbClr val="184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6674" y="851950"/>
            <a:ext cx="1135724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dirty="0"/>
              <a:t>Sales Performance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/>
            </a:pPr>
            <a:r>
              <a:t>1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F2D4E40-1669-AFA6-E724-B39ADA110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2802815"/>
            <a:ext cx="7772400" cy="1362075"/>
          </a:xfrm>
        </p:spPr>
        <p:txBody>
          <a:bodyPr>
            <a:norm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rPr lang="en-US" dirty="0"/>
              <a:t>Business Analyst Internship Project</a:t>
            </a:r>
            <a:br>
              <a:rPr lang="en-US" dirty="0"/>
            </a:br>
            <a:br>
              <a:rPr lang="en-US" dirty="0"/>
            </a:br>
            <a:r>
              <a:rPr lang="en-US" dirty="0"/>
              <a:t>Mohit Bhilala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0000"/>
          </a:xfrm>
          <a:prstGeom prst="rect">
            <a:avLst/>
          </a:prstGeom>
          <a:solidFill>
            <a:srgbClr val="184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789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• Project Overview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t>• Business Problem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t>• Dataset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t>• Methodology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t>• Dashboard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t>• KPIs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t>• Insights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t>• Recommendations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t>•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/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0000"/>
          </a:xfrm>
          <a:prstGeom prst="rect">
            <a:avLst/>
          </a:prstGeom>
          <a:solidFill>
            <a:srgbClr val="184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Business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9901108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rPr dirty="0"/>
              <a:t>Retail businesses need visibility into sales trends, profitability, products, and regional</a:t>
            </a:r>
            <a:r>
              <a:rPr lang="en-US" dirty="0"/>
              <a:t> 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rPr dirty="0"/>
              <a:t>performance to make data-driven decisions.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/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0000"/>
          </a:xfrm>
          <a:prstGeom prst="rect">
            <a:avLst/>
          </a:prstGeom>
          <a:solidFill>
            <a:srgbClr val="184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Dataset &amp;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789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Dataset: Sample Superstore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endParaRPr/>
          </a:p>
          <a:p>
            <a:pPr>
              <a:defRPr sz="2200">
                <a:solidFill>
                  <a:srgbClr val="2D2D2D"/>
                </a:solidFill>
              </a:defRPr>
            </a:pPr>
            <a:r>
              <a:t>Tools: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t>• Python (Pandas)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t>• SQL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t>• Power BI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t>• Excel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t>• GitHub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/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0000"/>
          </a:xfrm>
          <a:prstGeom prst="rect">
            <a:avLst/>
          </a:prstGeom>
          <a:solidFill>
            <a:srgbClr val="184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Project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789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1. Data Collection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t>2. Data Cleaning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t>3. Exploratory Data Analysis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t>4. KPI Calculation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t>5. Dashboard Development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t>6. Business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/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0000"/>
          </a:xfrm>
          <a:prstGeom prst="rect">
            <a:avLst/>
          </a:prstGeom>
          <a:solidFill>
            <a:srgbClr val="184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Dashboard KPIs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3155223" cy="212365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rPr dirty="0"/>
              <a:t>• Total Sales: 2.30M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rPr dirty="0"/>
              <a:t>• Total Profit: 286.40K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rPr dirty="0"/>
              <a:t>• Orders: 5,009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rPr dirty="0"/>
              <a:t>• Customers: 793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rPr dirty="0"/>
              <a:t>• Avg Order Value: 458.61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rPr dirty="0"/>
              <a:t>• Profit Margin: 12.47%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/>
            </a:pPr>
            <a:r>
              <a:t>6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EC4009C-24A3-7F81-E0B3-E2EB3D7519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5720" y="1354421"/>
            <a:ext cx="8008246" cy="45940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0000"/>
          </a:xfrm>
          <a:prstGeom prst="rect">
            <a:avLst/>
          </a:prstGeom>
          <a:solidFill>
            <a:srgbClr val="184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Dashboard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789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• Monthly Sales Trend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t>• Sales by Category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t>• Sales by Region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t>• Top 10 Products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t>• Interactive Filters (Year, Region, Category, Segment)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/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0000"/>
          </a:xfrm>
          <a:prstGeom prst="rect">
            <a:avLst/>
          </a:prstGeom>
          <a:solidFill>
            <a:srgbClr val="184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Key Business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789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• Technology is the highest-selling category.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t>• West region generates the most revenue.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t>• Sales show seasonal variation.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t>• Top products contribute a significant share of revenue.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t>• Dashboard enables quick decision-making.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/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0000"/>
          </a:xfrm>
          <a:prstGeom prst="rect">
            <a:avLst/>
          </a:prstGeom>
          <a:solidFill>
            <a:srgbClr val="184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789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• Focus marketing on high-value customer segments.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t>• Increase inventory for top-performing products.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t>• Improve sales strategies in underperforming regions.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t>• Monitor monthly trends for forecasting.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/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0000"/>
          </a:xfrm>
          <a:prstGeom prst="rect">
            <a:avLst/>
          </a:prstGeom>
          <a:solidFill>
            <a:srgbClr val="184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9190593" cy="17851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rPr dirty="0"/>
              <a:t>This project</a:t>
            </a:r>
            <a:r>
              <a:rPr lang="en-US" dirty="0"/>
              <a:t> :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rPr dirty="0"/>
              <a:t> </a:t>
            </a:r>
            <a:r>
              <a:rPr lang="en-US" dirty="0"/>
              <a:t>•</a:t>
            </a:r>
            <a:r>
              <a:rPr dirty="0"/>
              <a:t>demonstrates end-to-end Business Analysis using Python, SQL, and Power BI.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lang="en-US" dirty="0"/>
              <a:t>• Interactive dashboard supports faster decisions.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lang="en-US" dirty="0"/>
              <a:t>• Easy filtering by Region, Category, Segment and Year.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lang="en-US" dirty="0"/>
              <a:t>• Future enhancement: sales forecasting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/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84B24E-D118-E39E-3A04-6068F47F4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6CE11B2-EA23-7B1C-D2AF-E4964E194997}"/>
              </a:ext>
            </a:extLst>
          </p:cNvPr>
          <p:cNvSpPr/>
          <p:nvPr/>
        </p:nvSpPr>
        <p:spPr>
          <a:xfrm>
            <a:off x="0" y="0"/>
            <a:ext cx="12188952" cy="500000"/>
          </a:xfrm>
          <a:prstGeom prst="rect">
            <a:avLst/>
          </a:prstGeom>
          <a:solidFill>
            <a:srgbClr val="184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4A1008-489D-FFB6-CD30-D666710FB741}"/>
              </a:ext>
            </a:extLst>
          </p:cNvPr>
          <p:cNvSpPr txBox="1"/>
          <p:nvPr/>
        </p:nvSpPr>
        <p:spPr>
          <a:xfrm>
            <a:off x="365760" y="73152"/>
            <a:ext cx="172188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n-IN" sz="2800" b="1" dirty="0"/>
              <a:t>Thank You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63C373-1BDF-2168-1871-91D9307B8A35}"/>
              </a:ext>
            </a:extLst>
          </p:cNvPr>
          <p:cNvSpPr txBox="1"/>
          <p:nvPr/>
        </p:nvSpPr>
        <p:spPr>
          <a:xfrm>
            <a:off x="640080" y="822960"/>
            <a:ext cx="5378395" cy="563231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b="1" dirty="0"/>
              <a:t>Sales Performance Analysis</a:t>
            </a:r>
          </a:p>
          <a:p>
            <a:r>
              <a:rPr lang="en-IN" b="1" dirty="0"/>
              <a:t>Business Analyst Internship Project</a:t>
            </a:r>
            <a:endParaRPr lang="en-IN" dirty="0"/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Prepared by:</a:t>
            </a:r>
            <a:br>
              <a:rPr lang="en-IN" dirty="0"/>
            </a:br>
            <a:r>
              <a:rPr lang="en-IN" b="1" dirty="0"/>
              <a:t>Mohit Bhilala</a:t>
            </a:r>
            <a:endParaRPr lang="en-IN" dirty="0"/>
          </a:p>
          <a:p>
            <a:r>
              <a:rPr lang="en-IN" dirty="0"/>
              <a:t>📧 Email:</a:t>
            </a:r>
            <a:br>
              <a:rPr lang="en-IN" dirty="0"/>
            </a:br>
            <a:r>
              <a:rPr lang="en-IN" i="1" dirty="0">
                <a:hlinkClick r:id="rId2"/>
              </a:rPr>
              <a:t>mohitbhilala22@gmail.com</a:t>
            </a:r>
            <a:endParaRPr lang="en-IN" i="1" dirty="0"/>
          </a:p>
          <a:p>
            <a:r>
              <a:rPr lang="en-IN" i="1" dirty="0">
                <a:hlinkClick r:id="rId3"/>
              </a:rPr>
              <a:t>MOHITBHILALA@KGPIAN.IITKGP.AC.IN</a:t>
            </a:r>
            <a:endParaRPr lang="en-IN" i="1" dirty="0"/>
          </a:p>
          <a:p>
            <a:endParaRPr lang="en-IN" i="1" dirty="0"/>
          </a:p>
          <a:p>
            <a:r>
              <a:rPr lang="en-IN" dirty="0"/>
              <a:t>🐙 </a:t>
            </a:r>
            <a:r>
              <a:rPr lang="en-IN" b="1" dirty="0"/>
              <a:t>GitHub:</a:t>
            </a:r>
            <a:br>
              <a:rPr lang="en-IN" dirty="0"/>
            </a:br>
            <a:r>
              <a:rPr lang="en-IN" dirty="0">
                <a:hlinkClick r:id="rId4"/>
              </a:rPr>
              <a:t>https://github.com/mohitbhilala005</a:t>
            </a:r>
            <a:endParaRPr lang="en-IN" dirty="0"/>
          </a:p>
          <a:p>
            <a:endParaRPr lang="en-IN" dirty="0"/>
          </a:p>
          <a:p>
            <a:r>
              <a:rPr lang="en-IN" dirty="0"/>
              <a:t>💼 </a:t>
            </a:r>
            <a:r>
              <a:rPr lang="en-IN" b="1" dirty="0"/>
              <a:t>LinkedIn:</a:t>
            </a:r>
            <a:br>
              <a:rPr lang="en-IN" dirty="0"/>
            </a:br>
            <a:r>
              <a:rPr lang="en-IN" dirty="0">
                <a:hlinkClick r:id="rId5"/>
              </a:rPr>
              <a:t>https://www.linkedin.com/in/mohit-bhilala-9460b7307</a:t>
            </a:r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b="1" dirty="0"/>
              <a:t>Thank You!</a:t>
            </a:r>
            <a:endParaRPr lang="en-IN" dirty="0"/>
          </a:p>
          <a:p>
            <a:r>
              <a:rPr lang="en-IN" b="1" dirty="0"/>
              <a:t>Questions?</a:t>
            </a:r>
            <a:endParaRPr lang="en-IN" dirty="0"/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BEB17F-B71F-4FE5-4D04-FC697DE2585A}"/>
              </a:ext>
            </a:extLst>
          </p:cNvPr>
          <p:cNvSpPr txBox="1"/>
          <p:nvPr/>
        </p:nvSpPr>
        <p:spPr>
          <a:xfrm>
            <a:off x="11430000" y="640080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/>
            </a:pPr>
            <a: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364535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542</TotalTime>
  <Words>357</Words>
  <Application>Microsoft Office PowerPoint</Application>
  <PresentationFormat>Custom</PresentationFormat>
  <Paragraphs>87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Business Analyst Internship Project  Mohit Bhilala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lenovo</dc:creator>
  <cp:keywords/>
  <dc:description>generated using python-pptx</dc:description>
  <cp:lastModifiedBy>mohit bhilala</cp:lastModifiedBy>
  <cp:revision>2</cp:revision>
  <dcterms:created xsi:type="dcterms:W3CDTF">2013-01-27T09:14:16Z</dcterms:created>
  <dcterms:modified xsi:type="dcterms:W3CDTF">2026-08-01T07:22:07Z</dcterms:modified>
  <cp:category/>
</cp:coreProperties>
</file>